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tGPT Image Sep 22, 2026, 09_11_07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2" y="0"/>
            <a:ext cx="7126224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tGPT Image Sep 18, 2026, 01_59_3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510"/>
            <a:ext cx="7562088" cy="101223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tGPT Image Sep 18, 2026, 02_01_06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510"/>
            <a:ext cx="7562088" cy="101223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tGPT Image Sep 18, 2026, 02_03_37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34" y="0"/>
            <a:ext cx="6880020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tGPT Image Sep 18, 2026, 02_05_49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1"/>
            <a:ext cx="7562088" cy="106872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tGPT Image Sep 18, 2026, 02_05_58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525"/>
            <a:ext cx="7562088" cy="97922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tGPT Image Sep 18, 2026, 02_07_20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31" y="0"/>
            <a:ext cx="7295225" cy="10689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